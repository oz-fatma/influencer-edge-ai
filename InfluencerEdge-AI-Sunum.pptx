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InfluencerEdge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CCCDD"/>
                </a:solidFill>
              </a:defRPr>
            </a:pPr>
            <a:r>
              <a:t>AI destekli influencer–ajans eşleştirme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C63FF"/>
                </a:solidFill>
              </a:defRPr>
            </a:pPr>
            <a:r>
              <a:t>MasterFabric Academy · Agentic AI Developer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Problem ve Çözüm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Problem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Ajanslar yüzlerce aday arasından doğru influencer'ı seçmekte zorlanıyor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Manuel puanlama yavaş ve tutarsız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Kampanya uyumu (brand fit) subjektif kalıyor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Çözüm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Influencer havuzu + otomatik skorlama (0–100)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AI ile kampanya uyumu analizi (MCP + Ollama)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Canlı LLM monitoring dashboard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Canlı demo: influencer-edge-ai.vercel.app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Mimari — Kim Nerede?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Vercel (Frontend — Next.js)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Render (mf-go API + PostgreSQL + Redis)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Cloudflare Tunnel (Mac → internet)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Caddy Reverse Proxy (:8080)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ourier New"/>
              </a:defRPr>
            </a:pPr>
            <a:r>
              <a:t>Ollama Docker (:11434) — Gemma 2B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463040"/>
          <a:ext cx="5669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Katman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Teknoloji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Rol</a:t>
                      </a:r>
                    </a:p>
                  </a:txBody>
                  <a:tcPr>
                    <a:solidFill>
                      <a:srgbClr val="6C63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Next.js, 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UI + WebLLM fallback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Go, Chi,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API, auth, LLM proxy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Ollama + Gemma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Sunucu analizi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Caddy + 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Instructor mimarisi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Vercel + Render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C63FF"/>
                </a:solidFill>
              </a:defRPr>
            </a:pPr>
            <a:r>
              <a:t>Ana fikir: API bulutta, ağır model kendi makinemde — trafik Render üzerinden akıyor.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Analyze Akışı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1. Frontend (Vercel)  →  POST /api/v1/mcp/request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2. mf-go (Render)     →  LLM proxy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3. Tunnel → Caddy → Ollama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4. Model JSON döner (skor + summary + insights)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</a:defRPr>
            </a:pPr>
            <a:r>
              <a:t>5. Sonuç PostgreSQL'e kaydedilir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515600" cy="1828800"/>
          </a:xfrm>
          <a:prstGeom prst="round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0584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56D04"/>
                </a:solidFill>
              </a:defRPr>
            </a:pPr>
            <a:r>
              <a:t>Hybrid Fallback</a:t>
            </a:r>
          </a:p>
          <a:p>
            <a:pPr>
              <a:defRPr sz="1700">
                <a:solidFill>
                  <a:srgbClr val="666666"/>
                </a:solidFill>
              </a:defRPr>
            </a:pPr>
            <a:r>
              <a:t>Sunucu timeout / 502 / tunnel kapalı  →  WebLLM (tarayıcıda Gemma 2B)</a:t>
            </a:r>
          </a:p>
          <a:p>
            <a:pPr>
              <a:defRPr sz="1700" b="1">
                <a:solidFill>
                  <a:srgbClr val="1A1A2E"/>
                </a:solidFill>
              </a:defRPr>
            </a:pPr>
            <a:r>
              <a:t>4 skor: Overall · Engagement · Audience · Brand Fit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MCP, Fine-Tune 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MCP: POST /api/v1/mcp/request — zarf formatı (request_type + context + query)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Legacy: POST /api/v1/llm/analyze — düz JSON, aynı LLM motoru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Fine-tune: llm-service/finetuned/Modelfile → gemma-influencer-ft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Base model: gemma2:2b  |  Fine-tune: gemma-influencer-ft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Demo checklist: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Ollama + Caddy ayakta → cloudflared tunnel → Render LLM_BASE_URL</a:t>
            </a:r>
          </a:p>
          <a:p>
            <a:pPr lvl="1">
              <a:spcAft>
                <a:spcPts val="800"/>
              </a:spcAft>
              <a:defRPr sz="1800">
                <a:solidFill>
                  <a:srgbClr val="666666"/>
                </a:solidFill>
              </a:defRPr>
            </a:pPr>
            <a:r>
              <a:t>    Vercel → Matching → Analyze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Soru?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